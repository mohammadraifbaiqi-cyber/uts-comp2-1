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84599D-A520-4A3E-B476-62C1981FE765}">
  <a:tblStyle styleId="{2184599D-A520-4A3E-B476-62C1981FE7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aleway-regular.fntdata"/><Relationship Id="rId14" Type="http://schemas.openxmlformats.org/officeDocument/2006/relationships/slide" Target="slides/slide8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La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90039e24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90039e24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90039e24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90039e24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90039e24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90039e24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90039e24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90039e24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90039e24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90039e24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90039e24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90039e24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90039e24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90039e24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127.0.0.1:808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ohammadraifbaiqi-cyber/uts-comp2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Case: Product / Inventory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Nama: [Mohammad Raifandi Baiqi]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NIM: [25120500002] Kelas: [Comp2]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Repository: [https://github.com/mohammadraifbaiqi-cyber/uts-comp2-1]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829150" y="581000"/>
            <a:ext cx="3878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id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Tujuan dan Skenario API/Protocol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1325125"/>
            <a:ext cx="2886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Tujuan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Memahami komunikasi client-server menggunakan REST API.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Menguji penggunaan method HTTP seperti GET, POST, dan PUT.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Menganalisis format data JSON yang digunakan dalam pertukaran data.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Memahami status code, header, dan response yang dikembalikan oleh server.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 dan Format Data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Protocol: HTTP (Hypertext Transfer Protocol)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Arsitektur: REST API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Format: JSON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Tool: cURL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Server: Communication Protocol Demo App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4" name="Google Shape;94;p14"/>
          <p:cNvSpPr txBox="1"/>
          <p:nvPr/>
        </p:nvSpPr>
        <p:spPr>
          <a:xfrm>
            <a:off x="3810225" y="1453725"/>
            <a:ext cx="30000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900"/>
              <a:t>Skenario API </a:t>
            </a:r>
            <a:r>
              <a:rPr lang="id" sz="900"/>
              <a:t>Product Inventory API digunakan untuk mensimulasikan sistem manajemen inventori pada sebuah toko atau perusahaan.Fitur yang diuji: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Melihat daftar produk (GET)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Melihat detail produk berdasarkan ID (GET)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Menambahkan produk baru (POST)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Memperbarui data produk (PUT)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Endpoint dan Request Design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URL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d" sz="8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http://127.0.0.1:8088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Endpoint yang Diuji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" name="Google Shape;101;p15"/>
          <p:cNvGraphicFramePr/>
          <p:nvPr/>
        </p:nvGraphicFramePr>
        <p:xfrm>
          <a:off x="2060925" y="21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{2184599D-A520-4A3E-B476-62C1981FE765}</a:tableStyleId>
              </a:tblPr>
              <a:tblGrid>
                <a:gridCol w="971225"/>
                <a:gridCol w="606000"/>
                <a:gridCol w="2631750"/>
              </a:tblGrid>
              <a:tr h="47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900"/>
                        <a:t>Endpoint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900"/>
                        <a:t>Method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900"/>
                        <a:t>Fungsi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/api/products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GET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Mengambil seluruh data produk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/api/products/5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GET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Mengambil detail produk berdasarkan ID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/api/products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POST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Menambahkan produk baru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/api/products/5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PUT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900"/>
                        <a:t>Memperbarui data produk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2" name="Google Shape;102;p15"/>
          <p:cNvSpPr txBox="1"/>
          <p:nvPr/>
        </p:nvSpPr>
        <p:spPr>
          <a:xfrm>
            <a:off x="6199275" y="1678400"/>
            <a:ext cx="3000000" cy="29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800"/>
              <a:t>Request Header</a:t>
            </a:r>
            <a:endParaRPr b="1" sz="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d" sz="800"/>
              <a:t>Content-Type: application/json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800"/>
              <a:t>Contoh Request Body (POST)</a:t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/>
              <a:t>{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/>
              <a:t>  "name": "Smart watch",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/>
              <a:t>  "category": "watch",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/>
              <a:t>  "price": 132000,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/>
              <a:t>  "stock": 22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/>
              <a:t>}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800"/>
              <a:t>Expected Response</a:t>
            </a:r>
            <a:endParaRPr b="1" sz="8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Char char="●"/>
            </a:pPr>
            <a:r>
              <a:rPr lang="id" sz="800"/>
              <a:t>Status Code: 200 OK / 201 Created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id" sz="800"/>
              <a:t>Format Data: JSON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id" sz="800"/>
              <a:t>Response berisi informasi produk yang diminta atau berhasil ditambahkan.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Evidence</a:t>
            </a:r>
            <a:r>
              <a:rPr lang="id"/>
              <a:t> Get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25" y="1853850"/>
            <a:ext cx="4452500" cy="31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2825" y="1895200"/>
            <a:ext cx="3477749" cy="12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Evidence</a:t>
            </a:r>
            <a:r>
              <a:rPr lang="id"/>
              <a:t> Post 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121825"/>
            <a:ext cx="3799975" cy="1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78875"/>
            <a:ext cx="4267200" cy="1765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Analisis Response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621175" y="1882600"/>
            <a:ext cx="3439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 Response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 Code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 OK</a:t>
            </a: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Request berhasil diproses.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 Bad Request</a:t>
            </a: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Request tidak sesuai aturan endpoint.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 Header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Content-Type: application/json; charset=utf-8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Access-Control-Allow-Origin: *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Keterangan: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Content-Type menunjukkan data dikirim dalam format JSON.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Access-Control-Allow-Origin mendukung akses lintas domain (CORS).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5" name="Google Shape;125;p18"/>
          <p:cNvSpPr txBox="1"/>
          <p:nvPr/>
        </p:nvSpPr>
        <p:spPr>
          <a:xfrm>
            <a:off x="4189250" y="1937800"/>
            <a:ext cx="1739400" cy="3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900"/>
              <a:t>Analisis Encoding</a:t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d" sz="900"/>
              <a:t>Format Data: JSON</a:t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Contoh Response: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  "id": 5,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  "name": "Smart watch",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  "category": "watch",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  "price": 132000,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  "stock": 20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}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6057150" y="961025"/>
            <a:ext cx="3000000" cy="4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d" sz="900"/>
              <a:t>Struktur Data</a:t>
            </a:r>
            <a:endParaRPr b="1" sz="9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id → Integer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name → String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category → String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price → Integer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stock → Integer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900"/>
              <a:t>Analisis Traffic</a:t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Client mengirim request HTTP → Server memproses request → Server mengembalikan response JSON.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Keunggulan JSON: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Ringan dan efisien.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Mudah dibaca manusia.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Didukung oleh berbagai bahasa pemrograman.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id" sz="900"/>
              <a:t>Menjadi standar pada REST API modern.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817425" y="560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Kendala dan Solusi 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127100" y="1327650"/>
            <a:ext cx="3784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Kendala dan Solusi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Kendala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Saat menjalankan aplikasi pada Google Colab, server berhasil berjalan pada localhost (</a:t>
            </a:r>
            <a:r>
              <a:rPr lang="id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127.0.0.1:8088</a:t>
            </a:r>
            <a:r>
              <a:rPr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namun tidak dapat diakses langsung melalui browser. Hal ini terjadi karena localhost yang digunakan adalah milik environment Google Colab (VM cloud), bukan localhost pada komputer pengguna.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Akibatnya, ketika mencoba mengakses: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http://127.0.0.1:8088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 menampilkan pesan </a:t>
            </a:r>
            <a:r>
              <a:rPr i="1"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Refused</a:t>
            </a:r>
            <a:r>
              <a:rPr lang="id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atau gagal terhubung.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33" name="Google Shape;133;p19"/>
          <p:cNvSpPr txBox="1"/>
          <p:nvPr/>
        </p:nvSpPr>
        <p:spPr>
          <a:xfrm>
            <a:off x="3850875" y="1185525"/>
            <a:ext cx="5082600" cy="3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id" sz="800"/>
              <a:t>Solusi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800"/>
              <a:t>Server dijalankan di background menggunakan modul </a:t>
            </a:r>
            <a:r>
              <a:rPr lang="id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subprocess</a:t>
            </a:r>
            <a:r>
              <a:rPr lang="id" sz="800"/>
              <a:t> agar notebook tetap dapat mengeksekusi cell berikutnya:</a:t>
            </a:r>
            <a:endParaRPr sz="800"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C99CC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id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subprocess</a:t>
            </a:r>
            <a:endParaRPr sz="80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subprocess.Popen</a:t>
            </a:r>
            <a:r>
              <a:rPr lang="id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id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"python"</a:t>
            </a:r>
            <a:r>
              <a:rPr lang="id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id" sz="80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"server.py"</a:t>
            </a:r>
            <a:r>
              <a:rPr lang="id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8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Selanjutnya dilakukan port forwarding menggunakan fitur bawaan Google Colab</a:t>
            </a:r>
            <a:r>
              <a:rPr lang="id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C99CC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id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google.colab </a:t>
            </a:r>
            <a:r>
              <a:rPr lang="id" sz="800">
                <a:solidFill>
                  <a:srgbClr val="C99CC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id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output</a:t>
            </a:r>
            <a:endParaRPr sz="80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output.serve_kernel_port_as_iframe</a:t>
            </a:r>
            <a:r>
              <a:rPr lang="id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id" sz="80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8088</a:t>
            </a:r>
            <a:r>
              <a:rPr lang="id" sz="80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800"/>
              <a:t>Dengan cara ini, Colab menyediakan URL proxy yang dapat digunakan untuk mengakses aplikasi melalui browser meskipun server sebenarnya berjalan di dalam lingkungan cloud Google Colab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id" sz="800"/>
              <a:t>Hasil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800"/>
              <a:t>Setelah server dijalankan di background dan port forwarding diaktifkan, endpoint API dapat diakses dengan normal dan seluruh pengujian GET, POST, serta PUT berhasil dilakukan menggunakan curl.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Kesimpulan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160950" y="1909700"/>
            <a:ext cx="5293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Kesimpulan dan Pembelajaran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Kesimpulan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Inventory API berhasil diuji menggunakan method GET, POST, dan PUT.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Komunikasi antara client dan server menggunakan protokol HTTP.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dikirim dan diterima dalam format JSON.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mampu mengelola data produk melalui endpoint yang berbeda sesuai fungsinya.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 API memberikan status code dan informasi yang jelas kepada client.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Pembelajaran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Memahami konsep REST API dan komunikasi client-server.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Memahami penggunaan method HTTP (GET, POST, PUT).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Memahami struktur request dan response pada API.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Memahami fungsi status code dan HTTP headers.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id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Memahami penggunaan JSON sebagai format pertukaran data pada aplikasi modern.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0" name="Google Shape;140;p20"/>
          <p:cNvSpPr txBox="1"/>
          <p:nvPr/>
        </p:nvSpPr>
        <p:spPr>
          <a:xfrm>
            <a:off x="5292400" y="1938950"/>
            <a:ext cx="3000000" cy="3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id" sz="900"/>
              <a:t>Hasil Akhir</a:t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✓ GET All Products berhasil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✓ GET Product Detail berhasil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✓ POST Create Product berhasil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✓ PUT Update Product berhasil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✓ Analisis response dan JSON berhasil dilakukan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900"/>
              <a:t>Link Github: </a:t>
            </a:r>
            <a:r>
              <a:rPr lang="id" sz="900" u="sng">
                <a:solidFill>
                  <a:schemeClr val="hlink"/>
                </a:solidFill>
                <a:hlinkClick r:id="rId3"/>
              </a:rPr>
              <a:t>https://github.com/mohammadraifbaiqi-cyber/uts-comp2-1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